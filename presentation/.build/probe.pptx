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75faaf695440fc" /><Relationship Type="http://schemas.openxmlformats.org/officeDocument/2006/relationships/extended-properties" Target="/docProps/app.xml" Id="R7149274d5ff44cce" /><Relationship Type="http://schemas.openxmlformats.org/officeDocument/2006/relationships/officeDocument" Target="/ppt/presentation.xml" Id="Rfc126c56041144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67cdb7aafe4c40"/>
  </p:sldMasterIdLst>
  <p:notesMasterIdLst>
    <p:notesMasterId xmlns:r="http://schemas.openxmlformats.org/officeDocument/2006/relationships" r:id="R2aa81780f1b24139"/>
  </p:notesMasterIdLst>
  <p:sldIdLst>
    <p:sldId xmlns:r="http://schemas.openxmlformats.org/officeDocument/2006/relationships" id="256" r:id="R8f2fcbca84e842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fcc433b64843c6" /><Relationship Type="http://schemas.openxmlformats.org/officeDocument/2006/relationships/slideMaster" Target="/ppt/slideMasters/slideMaster1.xml" Id="Rdf67cdb7aafe4c40" /><Relationship Type="http://schemas.openxmlformats.org/officeDocument/2006/relationships/notesMaster" Target="/ppt/notesMasters/notesMaster1.xml" Id="R2aa81780f1b24139" /><Relationship Type="http://schemas.openxmlformats.org/officeDocument/2006/relationships/presProps" Target="/ppt/presProps.xml" Id="R5e8f8cd7fbef40c7" /><Relationship Type="http://schemas.openxmlformats.org/officeDocument/2006/relationships/tableStyles" Target="/ppt/tableStyles.xml" Id="R147ef65d563646d8" /><Relationship Type="http://schemas.openxmlformats.org/officeDocument/2006/relationships/slide" Target="/ppt/slides/slide1.xml" Id="R8f2fcbca84e842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e420c1ea6840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6d76a66f014153" /><Relationship Type="http://schemas.openxmlformats.org/officeDocument/2006/relationships/notesMaster" Target="/ppt/notesMasters/notesMaster1.xml" Id="Rdda81de050ac4a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84722ce554f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c91ac6c154f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bd74b5d9449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3189b895d4d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676eda0fe46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b1f1a03fd44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1FF871-52E0-4740-B2C2-E2E9AFC8C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9F549B-6AA3-4302-9E30-94D93E30C9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2A903F-9E68-472B-BA64-1C275A0A8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D981BC-7B57-414B-B595-98697BFA6A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AD469F-27CE-43E3-82E6-832615E6F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7095D6-0A48-49BE-B141-B56746B560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175592-5B83-43C4-8246-BE132BC1F3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6B0517-0BF9-406E-AD55-B6B505FD5A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9DA570-7F04-4F87-96E8-49702332C2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637587-B548-4138-B9D8-D98D88C115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3b9f6f5577430a" /><Relationship Type="http://schemas.openxmlformats.org/officeDocument/2006/relationships/slideLayout" Target="/ppt/slideLayouts/slideLayout1.xml" Id="R41a5ab13f0544c6e" /><Relationship Type="http://schemas.openxmlformats.org/officeDocument/2006/relationships/slideLayout" Target="/ppt/slideLayouts/slideLayout2.xml" Id="Rff09d320e3954712" /><Relationship Type="http://schemas.openxmlformats.org/officeDocument/2006/relationships/slideLayout" Target="/ppt/slideLayouts/slideLayout3.xml" Id="R8f31fda802b14204" /><Relationship Type="http://schemas.openxmlformats.org/officeDocument/2006/relationships/slideLayout" Target="/ppt/slideLayouts/slideLayout4.xml" Id="R5dbf9ae62fad4c7b" /><Relationship Type="http://schemas.openxmlformats.org/officeDocument/2006/relationships/slideLayout" Target="/ppt/slideLayouts/slideLayout5.xml" Id="R77be4c0a46074c15" /><Relationship Type="http://schemas.openxmlformats.org/officeDocument/2006/relationships/slideLayout" Target="/ppt/slideLayouts/slideLayout6.xml" Id="R168a5f89563b4d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a5ab13f0544c6e"/>
    <p:sldLayoutId xmlns:r="http://schemas.openxmlformats.org/officeDocument/2006/relationships" id="2147483650" r:id="Rff09d320e3954712"/>
    <p:sldLayoutId xmlns:r="http://schemas.openxmlformats.org/officeDocument/2006/relationships" id="2147483651" r:id="R8f31fda802b14204"/>
    <p:sldLayoutId xmlns:r="http://schemas.openxmlformats.org/officeDocument/2006/relationships" id="2147483652" r:id="R5dbf9ae62fad4c7b"/>
    <p:sldLayoutId xmlns:r="http://schemas.openxmlformats.org/officeDocument/2006/relationships" id="2147483653" r:id="R77be4c0a46074c15"/>
    <p:sldLayoutId xmlns:r="http://schemas.openxmlformats.org/officeDocument/2006/relationships" id="2147483654" r:id="R168a5f89563b4d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4934d7bb8427e" /><Relationship Type="http://schemas.openxmlformats.org/officeDocument/2006/relationships/notesSlide" Target="/ppt/notesSlides/notesSlide1.xml" Id="Rcb04e3d227dc47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BCC36-9764-4AAD-A31C-CFD51E81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100">
                <a:solidFill>
                  <a:srgbClr val="261A2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5100">
                <a:solidFill>
                  <a:srgbClr val="261A20"/>
                </a:solidFill>
                <a:latin typeface="Georgia"/>
                <a:ea typeface="Georgia"/>
                <a:cs typeface="Georgia"/>
              </a:defRPr>
            </a:pPr>
            <a:r>
              <a:rPr sz="5100">
                <a:solidFill>
                  <a:srgbClr val="261A20"/>
                </a:solidFill>
                <a:latin typeface="Georgia"/>
                <a:ea typeface="Georgia"/>
                <a:cs typeface="Georgia"/>
              </a:rPr>
              <a:t>Do‘koningiz uchun onlayn vitrina</a:t>
            </a:r>
          </a:p>
        </p:txBody>
      </p:sp>
    </p:spTree>
    <p:extLst>
      <p:ext uri="{BB962C8B-B14F-4D97-AF65-F5344CB8AC3E}">
        <p14:creationId xmlns:p14="http://schemas.microsoft.com/office/powerpoint/2010/main" val="1932493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2026-10-11T10:34:03.4850000Z</dcterms:created>
  <dcterms:modified xsi:type="dcterms:W3CDTF">2026-10-11T10:34:03.4850000Z</dcterms:modified>
</coreProperties>
</file>